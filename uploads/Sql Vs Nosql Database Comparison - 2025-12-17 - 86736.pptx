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Here’s a detailed table comparing the advantages and disadvantages of relational databases (SQL) versus NoSQL databases, focusing on structure, scalability, and typical use cases: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Relational</a:t>
                      </a:r>
                      <a:r>
                        <a:rPr/>
                        <a:t> </a:t>
                      </a:r>
                      <a:r>
                        <a:rPr/>
                        <a:t>Databases</a:t>
                      </a:r>
                      <a:r>
                        <a:rPr/>
                        <a:t> </a:t>
                      </a:r>
                      <a:r>
                        <a:rPr/>
                        <a:t>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NoSQL</a:t>
                      </a:r>
                      <a:r>
                        <a:rPr/>
                        <a:t> </a:t>
                      </a:r>
                      <a:r>
                        <a:rPr/>
                        <a:t>Databases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Advantages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Advantages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Provides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structured</a:t>
                      </a:r>
                      <a:r>
                        <a:rPr/>
                        <a:t> </a:t>
                      </a:r>
                      <a:r>
                        <a:rPr/>
                        <a:t>schema,</a:t>
                      </a:r>
                      <a:r>
                        <a:rPr/>
                        <a:t> </a:t>
                      </a:r>
                      <a:r>
                        <a:rPr/>
                        <a:t>ensuring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consistency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integrity.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Offers</a:t>
                      </a:r>
                      <a:r>
                        <a:rPr/>
                        <a:t> </a:t>
                      </a:r>
                      <a:r>
                        <a:rPr/>
                        <a:t>flexible,</a:t>
                      </a:r>
                      <a:r>
                        <a:rPr/>
                        <a:t> </a:t>
                      </a:r>
                      <a:r>
                        <a:rPr/>
                        <a:t>schema-less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models,</a:t>
                      </a:r>
                      <a:r>
                        <a:rPr/>
                        <a:t> </a:t>
                      </a:r>
                      <a:r>
                        <a:rPr/>
                        <a:t>easily</a:t>
                      </a:r>
                      <a:r>
                        <a:rPr/>
                        <a:t> </a:t>
                      </a:r>
                      <a:r>
                        <a:rPr/>
                        <a:t>adapting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changes.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Supports</a:t>
                      </a:r>
                      <a:r>
                        <a:rPr/>
                        <a:t> </a:t>
                      </a:r>
                      <a:r>
                        <a:rPr/>
                        <a:t>complex</a:t>
                      </a:r>
                      <a:r>
                        <a:rPr/>
                        <a:t> </a:t>
                      </a:r>
                      <a:r>
                        <a:rPr/>
                        <a:t>queries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joins,</a:t>
                      </a:r>
                      <a:r>
                        <a:rPr/>
                        <a:t> </a:t>
                      </a:r>
                      <a:r>
                        <a:rPr/>
                        <a:t>effective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managing</a:t>
                      </a:r>
                      <a:r>
                        <a:rPr/>
                        <a:t> </a:t>
                      </a:r>
                      <a:r>
                        <a:rPr/>
                        <a:t>related</a:t>
                      </a:r>
                      <a:r>
                        <a:rPr/>
                        <a:t> </a:t>
                      </a:r>
                      <a:r>
                        <a:rPr/>
                        <a:t>data.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Handles</a:t>
                      </a:r>
                      <a:r>
                        <a:rPr/>
                        <a:t> </a:t>
                      </a:r>
                      <a:r>
                        <a:rPr/>
                        <a:t>various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formats:</a:t>
                      </a:r>
                      <a:r>
                        <a:rPr/>
                        <a:t> </a:t>
                      </a:r>
                      <a:r>
                        <a:rPr/>
                        <a:t>document,</a:t>
                      </a:r>
                      <a:r>
                        <a:rPr/>
                        <a:t> </a:t>
                      </a:r>
                      <a:r>
                        <a:rPr/>
                        <a:t>key-value,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graph</a:t>
                      </a:r>
                      <a:r>
                        <a:rPr/>
                        <a:t> </a:t>
                      </a:r>
                      <a:r>
                        <a:rPr/>
                        <a:t>models.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Disadvantages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Disadvantages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Rigid</a:t>
                      </a:r>
                      <a:r>
                        <a:rPr/>
                        <a:t> </a:t>
                      </a:r>
                      <a:r>
                        <a:rPr/>
                        <a:t>schema</a:t>
                      </a:r>
                      <a:r>
                        <a:rPr/>
                        <a:t> </a:t>
                      </a:r>
                      <a:r>
                        <a:rPr/>
                        <a:t>can</a:t>
                      </a:r>
                      <a:r>
                        <a:rPr/>
                        <a:t> </a:t>
                      </a:r>
                      <a:r>
                        <a:rPr/>
                        <a:t>make</a:t>
                      </a:r>
                      <a:r>
                        <a:rPr/>
                        <a:t> </a:t>
                      </a:r>
                      <a:r>
                        <a:rPr/>
                        <a:t>adapting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new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structures</a:t>
                      </a:r>
                      <a:r>
                        <a:rPr/>
                        <a:t> </a:t>
                      </a:r>
                      <a:r>
                        <a:rPr/>
                        <a:t>challenging.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Often</a:t>
                      </a:r>
                      <a:r>
                        <a:rPr/>
                        <a:t> </a:t>
                      </a:r>
                      <a:r>
                        <a:rPr/>
                        <a:t>compromises</a:t>
                      </a:r>
                      <a:r>
                        <a:rPr/>
                        <a:t> </a:t>
                      </a:r>
                      <a:r>
                        <a:rPr/>
                        <a:t>immediate</a:t>
                      </a:r>
                      <a:r>
                        <a:rPr/>
                        <a:t> </a:t>
                      </a:r>
                      <a:r>
                        <a:rPr/>
                        <a:t>consistency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flexibility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speed,</a:t>
                      </a:r>
                      <a:r>
                        <a:rPr/>
                        <a:t> </a:t>
                      </a:r>
                      <a:r>
                        <a:rPr/>
                        <a:t>leading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eventual</a:t>
                      </a:r>
                      <a:r>
                        <a:rPr/>
                        <a:t> </a:t>
                      </a:r>
                      <a:r>
                        <a:rPr/>
                        <a:t>consistency.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Advantages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Advantages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Vertical</a:t>
                      </a:r>
                      <a:r>
                        <a:rPr/>
                        <a:t> </a:t>
                      </a:r>
                      <a:r>
                        <a:rPr/>
                        <a:t>scalability</a:t>
                      </a:r>
                      <a:r>
                        <a:rPr/>
                        <a:t> </a:t>
                      </a:r>
                      <a:r>
                        <a:rPr/>
                        <a:t>through</a:t>
                      </a:r>
                      <a:r>
                        <a:rPr/>
                        <a:t> </a:t>
                      </a:r>
                      <a:r>
                        <a:rPr/>
                        <a:t>enhancing</a:t>
                      </a:r>
                      <a:r>
                        <a:rPr/>
                        <a:t> </a:t>
                      </a:r>
                      <a:r>
                        <a:rPr/>
                        <a:t>server</a:t>
                      </a:r>
                      <a:r>
                        <a:rPr/>
                        <a:t> </a:t>
                      </a:r>
                      <a:r>
                        <a:rPr/>
                        <a:t>capabilities.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Designed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horizontal</a:t>
                      </a:r>
                      <a:r>
                        <a:rPr/>
                        <a:t> </a:t>
                      </a:r>
                      <a:r>
                        <a:rPr/>
                        <a:t>scalability,</a:t>
                      </a:r>
                      <a:r>
                        <a:rPr/>
                        <a:t> </a:t>
                      </a:r>
                      <a:r>
                        <a:rPr/>
                        <a:t>suitable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adding</a:t>
                      </a:r>
                      <a:r>
                        <a:rPr/>
                        <a:t> </a:t>
                      </a:r>
                      <a:r>
                        <a:rPr/>
                        <a:t>more</a:t>
                      </a:r>
                      <a:r>
                        <a:rPr/>
                        <a:t> </a:t>
                      </a:r>
                      <a:r>
                        <a:rPr/>
                        <a:t>servers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managing</a:t>
                      </a:r>
                      <a:r>
                        <a:rPr/>
                        <a:t> </a:t>
                      </a:r>
                      <a:r>
                        <a:rPr/>
                        <a:t>large</a:t>
                      </a:r>
                      <a:r>
                        <a:rPr/>
                        <a:t> </a:t>
                      </a:r>
                      <a:r>
                        <a:rPr/>
                        <a:t>datasets.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Disadvantages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Disadvantages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Limited</a:t>
                      </a:r>
                      <a:r>
                        <a:rPr/>
                        <a:t> </a:t>
                      </a:r>
                      <a:r>
                        <a:rPr/>
                        <a:t>horizontal</a:t>
                      </a:r>
                      <a:r>
                        <a:rPr/>
                        <a:t> </a:t>
                      </a:r>
                      <a:r>
                        <a:rPr/>
                        <a:t>scalability</a:t>
                      </a:r>
                      <a:r>
                        <a:rPr/>
                        <a:t> </a:t>
                      </a:r>
                      <a:r>
                        <a:rPr/>
                        <a:t>can</a:t>
                      </a:r>
                      <a:r>
                        <a:rPr/>
                        <a:t> </a:t>
                      </a:r>
                      <a:r>
                        <a:rPr/>
                        <a:t>restrict</a:t>
                      </a:r>
                      <a:r>
                        <a:rPr/>
                        <a:t> </a:t>
                      </a:r>
                      <a:r>
                        <a:rPr/>
                        <a:t>performance</a:t>
                      </a:r>
                      <a:r>
                        <a:rPr/>
                        <a:t> </a:t>
                      </a:r>
                      <a:r>
                        <a:rPr/>
                        <a:t>as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volume</a:t>
                      </a:r>
                      <a:r>
                        <a:rPr/>
                        <a:t> </a:t>
                      </a:r>
                      <a:r>
                        <a:rPr/>
                        <a:t>grows.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Managing</a:t>
                      </a:r>
                      <a:r>
                        <a:rPr/>
                        <a:t> </a:t>
                      </a:r>
                      <a:r>
                        <a:rPr/>
                        <a:t>distributed</a:t>
                      </a:r>
                      <a:r>
                        <a:rPr/>
                        <a:t> </a:t>
                      </a:r>
                      <a:r>
                        <a:rPr/>
                        <a:t>architecture</a:t>
                      </a:r>
                      <a:r>
                        <a:rPr/>
                        <a:t> </a:t>
                      </a:r>
                      <a:r>
                        <a:rPr/>
                        <a:t>can</a:t>
                      </a:r>
                      <a:r>
                        <a:rPr/>
                        <a:t> </a:t>
                      </a:r>
                      <a:r>
                        <a:rPr/>
                        <a:t>be</a:t>
                      </a:r>
                      <a:r>
                        <a:rPr/>
                        <a:t> </a:t>
                      </a:r>
                      <a:r>
                        <a:rPr/>
                        <a:t>complex,</a:t>
                      </a:r>
                      <a:r>
                        <a:rPr/>
                        <a:t> </a:t>
                      </a:r>
                      <a:r>
                        <a:rPr/>
                        <a:t>impacting</a:t>
                      </a:r>
                      <a:r>
                        <a:rPr/>
                        <a:t> </a:t>
                      </a:r>
                      <a:r>
                        <a:rPr/>
                        <a:t>consistency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operation.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Typical</a:t>
                      </a:r>
                      <a:r>
                        <a:rPr/>
                        <a:t> </a:t>
                      </a:r>
                      <a:r>
                        <a:rPr/>
                        <a:t>Use</a:t>
                      </a:r>
                      <a:r>
                        <a:rPr/>
                        <a:t> </a:t>
                      </a:r>
                      <a:r>
                        <a:rPr/>
                        <a:t>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Advantages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Advantages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Ideal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applications</a:t>
                      </a:r>
                      <a:r>
                        <a:rPr/>
                        <a:t> </a:t>
                      </a:r>
                      <a:r>
                        <a:rPr/>
                        <a:t>requiring</a:t>
                      </a:r>
                      <a:r>
                        <a:rPr/>
                        <a:t> </a:t>
                      </a:r>
                      <a:r>
                        <a:rPr/>
                        <a:t>ACID</a:t>
                      </a:r>
                      <a:r>
                        <a:rPr/>
                        <a:t> </a:t>
                      </a:r>
                      <a:r>
                        <a:rPr/>
                        <a:t>compliance,</a:t>
                      </a:r>
                      <a:r>
                        <a:rPr/>
                        <a:t> </a:t>
                      </a:r>
                      <a:r>
                        <a:rPr/>
                        <a:t>such</a:t>
                      </a:r>
                      <a:r>
                        <a:rPr/>
                        <a:t> </a:t>
                      </a:r>
                      <a:r>
                        <a:rPr/>
                        <a:t>as</a:t>
                      </a:r>
                      <a:r>
                        <a:rPr/>
                        <a:t> </a:t>
                      </a:r>
                      <a:r>
                        <a:rPr/>
                        <a:t>banking</a:t>
                      </a:r>
                      <a:r>
                        <a:rPr/>
                        <a:t> </a:t>
                      </a:r>
                      <a:r>
                        <a:rPr/>
                        <a:t>systems.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Excellent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applications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rapid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changes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flexible</a:t>
                      </a:r>
                      <a:r>
                        <a:rPr/>
                        <a:t> </a:t>
                      </a:r>
                      <a:r>
                        <a:rPr/>
                        <a:t>schemas,</a:t>
                      </a:r>
                      <a:r>
                        <a:rPr/>
                        <a:t> </a:t>
                      </a:r>
                      <a:r>
                        <a:rPr/>
                        <a:t>like</a:t>
                      </a:r>
                      <a:r>
                        <a:rPr/>
                        <a:t> </a:t>
                      </a:r>
                      <a:r>
                        <a:rPr/>
                        <a:t>IoT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big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solutions.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Supports</a:t>
                      </a:r>
                      <a:r>
                        <a:rPr/>
                        <a:t> </a:t>
                      </a:r>
                      <a:r>
                        <a:rPr/>
                        <a:t>complex</a:t>
                      </a:r>
                      <a:r>
                        <a:rPr/>
                        <a:t> </a:t>
                      </a:r>
                      <a:r>
                        <a:rPr/>
                        <a:t>transactional</a:t>
                      </a:r>
                      <a:r>
                        <a:rPr/>
                        <a:t> </a:t>
                      </a:r>
                      <a:r>
                        <a:rPr/>
                        <a:t>operations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integrity.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Suited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real-time</a:t>
                      </a:r>
                      <a:r>
                        <a:rPr/>
                        <a:t> </a:t>
                      </a:r>
                      <a:r>
                        <a:rPr/>
                        <a:t>applications</a:t>
                      </a:r>
                      <a:r>
                        <a:rPr/>
                        <a:t> </a:t>
                      </a:r>
                      <a:r>
                        <a:rPr/>
                        <a:t>like</a:t>
                      </a:r>
                      <a:r>
                        <a:rPr/>
                        <a:t> </a:t>
                      </a:r>
                      <a:r>
                        <a:rPr/>
                        <a:t>social</a:t>
                      </a:r>
                      <a:r>
                        <a:rPr/>
                        <a:t> </a:t>
                      </a:r>
                      <a:r>
                        <a:rPr/>
                        <a:t>media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analytics.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Disadvantages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Disadvantages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Not</a:t>
                      </a:r>
                      <a:r>
                        <a:rPr/>
                        <a:t> </a:t>
                      </a:r>
                      <a:r>
                        <a:rPr/>
                        <a:t>ideal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applications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rapidly</a:t>
                      </a:r>
                      <a:r>
                        <a:rPr/>
                        <a:t> </a:t>
                      </a:r>
                      <a:r>
                        <a:rPr/>
                        <a:t>changing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unstructured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needs.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Typically</a:t>
                      </a:r>
                      <a:r>
                        <a:rPr/>
                        <a:t> </a:t>
                      </a:r>
                      <a:r>
                        <a:rPr/>
                        <a:t>unsuitable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applications</a:t>
                      </a:r>
                      <a:r>
                        <a:rPr/>
                        <a:t> </a:t>
                      </a:r>
                      <a:r>
                        <a:rPr/>
                        <a:t>demanding</a:t>
                      </a:r>
                      <a:r>
                        <a:rPr/>
                        <a:t> </a:t>
                      </a:r>
                      <a:r>
                        <a:rPr/>
                        <a:t>immediate</a:t>
                      </a:r>
                      <a:r>
                        <a:rPr/>
                        <a:t> </a:t>
                      </a:r>
                      <a:r>
                        <a:rPr/>
                        <a:t>transaction</a:t>
                      </a:r>
                      <a:r>
                        <a:rPr/>
                        <a:t> </a:t>
                      </a:r>
                      <a:r>
                        <a:rPr/>
                        <a:t>consistency.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 table presents the key strengths and potential drawbacks of SQL and NoSQL databases, aiding in the selection based on specific requirements for structure, scalability, and typical application use cases.</a:t>
            </a:r>
          </a:p>
          <a:p>
            <a:pPr lvl="0" marL="0" indent="0">
              <a:buNone/>
            </a:pPr>
            <a:r>
              <a:rPr/>
              <a:t>I could not create a downloadable PowerPoint from here.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2025-12-17T10:19:14Z</dcterms:created>
  <dcterms:modified xsi:type="dcterms:W3CDTF">2025-12-17T10:19:14Z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